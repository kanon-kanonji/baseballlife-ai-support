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A2B3E1-6E33-BA82-E4F9-07D80E5C6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9AD141-6947-B048-CDB7-58A5EB45A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D4CB10-2000-8F5E-5678-B6BD93AB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0239E7-FBD5-B9A1-4DD2-2D58F01EE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1A191D-C0A6-3F88-0441-FDD18680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57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4088A3-1B1F-FA8B-3B27-AB2D5D92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E528CC-2BD0-7934-626C-5D61029E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E0CF09-208C-B621-CA7A-817399FD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7C4DA8-7E08-B56F-8A4D-BCFC4CA0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7EFA42-5054-9804-1951-7F19D8A1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D531C-BBF1-2BF9-514D-31896264C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EB84D8-9785-A81E-3526-BDF8C96FA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580CD8-0F00-2E39-BFC7-C0E4EC8A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B1CF51-8722-E138-4D9A-310072C8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348C5E-EDB2-FBF1-BF04-422C3F9F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77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E437C4-E6FE-B5B0-6D8D-73B55171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0A7768-FD73-D4EA-7B43-F1ED798B5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7C74C9-32BF-A43E-529A-1EC8FEE9B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E2C63B-C59D-9E85-C769-6369D1AE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67C3F5-43C9-8341-E786-BA4320E1D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A54F7A-5716-1354-2B05-A2413116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53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43801E-0022-8489-5F6D-E98093EC5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2AA76A-3E0C-4968-E067-D9D790B54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EE145D-437D-66DA-43EC-07CB92AB7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8D21D6C-AB2C-7D7F-365E-C9447FEF1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BBB4BD-122E-F4EA-EE83-674F5F9E1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0E01706-970C-A6BE-7DB1-58D86A00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5908A0-CB6B-5F57-1769-A4804C67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E4ECD9-BF60-17FD-E6A5-192AEC42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110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5759A4-6920-1D21-B1CB-F56D8938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FF089D-DA5E-B7F2-FD63-AE47597E2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4C1572-70D8-6845-2F8D-04D9942A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143C4D-2DE8-FB72-9C28-4889C909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63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676A8C-358F-7912-8C07-F6E86190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BFC830E-B10F-8351-AD06-8B77D3B6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F26260-F958-165F-087F-7F9BF5D7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70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1DCAE-8425-1561-EA81-517945D5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E15D47-ABB9-7696-8CBC-0E8731677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30C189-0601-CCF8-0468-DCAA26486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DD936A-155D-CAB7-DBEC-7257EBC6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2F698E-4C26-0B6D-5405-66E6DA27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2C4D5D-A279-F3A6-E27B-9441F6ED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10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481354-4395-63E2-EB1A-44187EC9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716FD34-7EC3-D772-BB12-A181A8195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19CC00-09EE-2A4E-B721-2EE2D93E8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B584A4-421A-A621-CB98-C2F0B020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A1451D-124A-9DA5-B031-D53AC6E6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B27842-0F30-0E1F-A695-87161C52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369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9F3CF2-7410-E53C-01A3-A84398AB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607D74-0D41-FFBA-BC33-CD4300899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63542-D406-82F8-A5FF-BC57106A7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1A87A4-33F3-9A76-5397-846F3329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239BE0-BC85-2F0E-17D9-258CC1B7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01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A69ADE0-95FB-8780-2C0A-63E8035C4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214B2E-6804-5025-0054-073B247F5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845AE6-A023-5346-5887-5D23DBF9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E128E4-5CC0-240A-6B13-425EC4EB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4AE3B7-9038-21EC-8CE4-C68F2BDA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047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4BE358-DB02-275F-5486-30EB0160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A3F7E2-E28F-9273-1189-A4C2858F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B5E6EE-FD03-7225-CE80-8FA0D4F28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328BB-2F7D-410A-A4DE-A71EA9239817}" type="datetimeFigureOut">
              <a:rPr kumimoji="1" lang="ja-JP" altLang="en-US" smtClean="0"/>
              <a:t>2026/9/13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DD68F5-AE9D-0256-3409-13927884B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C3C147-2F36-317A-A45F-F7A3D98D4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326D1-0868-41C3-AAF4-6375654E4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98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81605C1-5265-5567-DE9A-78DB4F888F2A}"/>
              </a:ext>
            </a:extLst>
          </p:cNvPr>
          <p:cNvSpPr/>
          <p:nvPr/>
        </p:nvSpPr>
        <p:spPr>
          <a:xfrm>
            <a:off x="971547" y="66675"/>
            <a:ext cx="2828925" cy="2114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err="1">
                <a:solidFill>
                  <a:schemeClr val="tx1"/>
                </a:solidFill>
              </a:rPr>
              <a:t>bbl_rules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exp_calc.py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fielder.py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pitcher.py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common.py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enum.py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└</a:t>
            </a:r>
            <a:r>
              <a:rPr kumimoji="1" lang="en-US" altLang="ja-JP" dirty="0">
                <a:solidFill>
                  <a:schemeClr val="tx1"/>
                </a:solidFill>
              </a:rPr>
              <a:t>calc_init.py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4F9D14F-E9F2-8F32-998C-AAFB6DBB7996}"/>
              </a:ext>
            </a:extLst>
          </p:cNvPr>
          <p:cNvSpPr/>
          <p:nvPr/>
        </p:nvSpPr>
        <p:spPr>
          <a:xfrm>
            <a:off x="971548" y="2877620"/>
            <a:ext cx="2828925" cy="39137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err="1">
                <a:solidFill>
                  <a:schemeClr val="tx1"/>
                </a:solidFill>
              </a:rPr>
              <a:t>bbl_action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practice.py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jisyutore.py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study.py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play.py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park</a:t>
            </a:r>
            <a:r>
              <a:rPr kumimoji="1" lang="en-US" altLang="ja-JP" dirty="0">
                <a:solidFill>
                  <a:schemeClr val="tx1"/>
                </a:solidFill>
              </a:rPr>
              <a:t>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cardealer</a:t>
            </a:r>
            <a:r>
              <a:rPr kumimoji="1" lang="en-US" altLang="ja-JP" dirty="0">
                <a:solidFill>
                  <a:schemeClr val="tx1"/>
                </a:solidFill>
              </a:rPr>
              <a:t>.py(TBD)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renai.py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dungeon.py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yakitori.py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laboratory.py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water_company.py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coffeeshop.py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└</a:t>
            </a:r>
            <a:r>
              <a:rPr lang="en-US" altLang="ja-JP" dirty="0">
                <a:solidFill>
                  <a:schemeClr val="tx1"/>
                </a:solidFill>
              </a:rPr>
              <a:t>lumberyard.py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90669F6-95E8-F078-DAE1-2E869EF6F508}"/>
              </a:ext>
            </a:extLst>
          </p:cNvPr>
          <p:cNvSpPr/>
          <p:nvPr/>
        </p:nvSpPr>
        <p:spPr>
          <a:xfrm>
            <a:off x="4495799" y="1514472"/>
            <a:ext cx="1766887" cy="8858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err="1">
                <a:solidFill>
                  <a:schemeClr val="tx1"/>
                </a:solidFill>
              </a:rPr>
              <a:t>bbl_</a:t>
            </a:r>
            <a:r>
              <a:rPr lang="en-US" altLang="ja-JP" dirty="0" err="1">
                <a:solidFill>
                  <a:schemeClr val="tx1"/>
                </a:solidFill>
              </a:rPr>
              <a:t>player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└</a:t>
            </a:r>
            <a:r>
              <a:rPr lang="en-US" altLang="ja-JP" dirty="0">
                <a:solidFill>
                  <a:schemeClr val="tx1"/>
                </a:solidFill>
              </a:rPr>
              <a:t>player.py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5EDCAE-D3E1-F642-42B0-6BF194473C7E}"/>
              </a:ext>
            </a:extLst>
          </p:cNvPr>
          <p:cNvSpPr/>
          <p:nvPr/>
        </p:nvSpPr>
        <p:spPr>
          <a:xfrm>
            <a:off x="4586289" y="4552954"/>
            <a:ext cx="2828925" cy="19811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bbl_env.py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action.py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get_ability.py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move_next</a:t>
            </a:r>
            <a:r>
              <a:rPr lang="en-US" altLang="ja-JP" dirty="0">
                <a:solidFill>
                  <a:schemeClr val="tx1"/>
                </a:solidFill>
              </a:rPr>
              <a:t>year</a:t>
            </a:r>
            <a:r>
              <a:rPr kumimoji="1" lang="en-US" altLang="ja-JP" dirty="0">
                <a:solidFill>
                  <a:schemeClr val="tx1"/>
                </a:solidFill>
              </a:rPr>
              <a:t>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shopping</a:t>
            </a:r>
            <a:r>
              <a:rPr kumimoji="1" lang="en-US" altLang="ja-JP" dirty="0">
                <a:solidFill>
                  <a:schemeClr val="tx1"/>
                </a:solidFill>
              </a:rPr>
              <a:t>.py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└</a:t>
            </a:r>
            <a:r>
              <a:rPr lang="en-US" altLang="ja-JP" dirty="0">
                <a:solidFill>
                  <a:schemeClr val="tx1"/>
                </a:solidFill>
              </a:rPr>
              <a:t>reset.py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0F26ED-21DE-9629-7FEC-406CAFBC22E1}"/>
              </a:ext>
            </a:extLst>
          </p:cNvPr>
          <p:cNvSpPr/>
          <p:nvPr/>
        </p:nvSpPr>
        <p:spPr>
          <a:xfrm>
            <a:off x="7415214" y="581023"/>
            <a:ext cx="2828925" cy="2114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resources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bbl_expect.csv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exp_fielder.csv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exp_pitcher</a:t>
            </a:r>
            <a:r>
              <a:rPr lang="en-US" altLang="ja-JP" dirty="0">
                <a:solidFill>
                  <a:schemeClr val="tx1"/>
                </a:solidFill>
              </a:rPr>
              <a:t>.csv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├</a:t>
            </a:r>
            <a:r>
              <a:rPr lang="en-US" altLang="ja-JP" dirty="0">
                <a:solidFill>
                  <a:schemeClr val="tx1"/>
                </a:solidFill>
              </a:rPr>
              <a:t>breaking_ball.csv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├</a:t>
            </a:r>
            <a:r>
              <a:rPr kumimoji="1" lang="en-US" altLang="ja-JP" dirty="0">
                <a:solidFill>
                  <a:schemeClr val="tx1"/>
                </a:solidFill>
              </a:rPr>
              <a:t>player_ability.csv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└</a:t>
            </a:r>
            <a:r>
              <a:rPr lang="en-US" altLang="ja-JP" dirty="0">
                <a:solidFill>
                  <a:schemeClr val="tx1"/>
                </a:solidFill>
              </a:rPr>
              <a:t>const.csv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3367CC-8668-6BDB-BDFF-491DB81A62D2}"/>
              </a:ext>
            </a:extLst>
          </p:cNvPr>
          <p:cNvSpPr/>
          <p:nvPr/>
        </p:nvSpPr>
        <p:spPr>
          <a:xfrm>
            <a:off x="7929564" y="3962404"/>
            <a:ext cx="2214561" cy="9191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logger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└</a:t>
            </a:r>
            <a:r>
              <a:rPr lang="en-US" altLang="ja-JP" dirty="0">
                <a:solidFill>
                  <a:schemeClr val="tx1"/>
                </a:solidFill>
              </a:rPr>
              <a:t>logger.py(TBD)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CEEE845-1801-03FD-2DAE-E8D9B3BE98BC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800472" y="5543553"/>
            <a:ext cx="785817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C9D7D6-265C-F71B-0095-6B25D428CBA0}"/>
              </a:ext>
            </a:extLst>
          </p:cNvPr>
          <p:cNvSpPr txBox="1"/>
          <p:nvPr/>
        </p:nvSpPr>
        <p:spPr>
          <a:xfrm>
            <a:off x="3757614" y="483739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実行</a:t>
            </a:r>
            <a:endParaRPr kumimoji="1" lang="ja-JP" altLang="en-US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9029563-C64F-CE7D-9FDD-1B67798AAECD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flipH="1" flipV="1">
            <a:off x="2386010" y="2181227"/>
            <a:ext cx="1" cy="69639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F3C500B-47F2-9524-CC58-5984A0996E3D}"/>
              </a:ext>
            </a:extLst>
          </p:cNvPr>
          <p:cNvSpPr txBox="1"/>
          <p:nvPr/>
        </p:nvSpPr>
        <p:spPr>
          <a:xfrm>
            <a:off x="2238375" y="236695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呼出</a:t>
            </a:r>
            <a:endParaRPr kumimoji="1" lang="ja-JP" altLang="en-US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C34005-9CBB-2A7A-A5D3-2A650E106551}"/>
              </a:ext>
            </a:extLst>
          </p:cNvPr>
          <p:cNvCxnSpPr>
            <a:cxnSpLocks/>
          </p:cNvCxnSpPr>
          <p:nvPr/>
        </p:nvCxnSpPr>
        <p:spPr>
          <a:xfrm>
            <a:off x="2062161" y="2181227"/>
            <a:ext cx="0" cy="71913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043F5B8-EA3F-4A38-60D1-43E7253BA135}"/>
              </a:ext>
            </a:extLst>
          </p:cNvPr>
          <p:cNvSpPr txBox="1"/>
          <p:nvPr/>
        </p:nvSpPr>
        <p:spPr>
          <a:xfrm>
            <a:off x="885827" y="2217628"/>
            <a:ext cx="1252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計算結果</a:t>
            </a:r>
            <a:endParaRPr kumimoji="1" lang="en-US" altLang="ja-JP" dirty="0"/>
          </a:p>
          <a:p>
            <a:pPr algn="ctr"/>
            <a:r>
              <a:rPr lang="ja-JP" altLang="en-US" dirty="0"/>
              <a:t>返却</a:t>
            </a:r>
            <a:endParaRPr kumimoji="1" lang="ja-JP" altLang="en-US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E10EAF5-8778-95FE-9BF2-071BFDA189A3}"/>
              </a:ext>
            </a:extLst>
          </p:cNvPr>
          <p:cNvCxnSpPr>
            <a:cxnSpLocks/>
          </p:cNvCxnSpPr>
          <p:nvPr/>
        </p:nvCxnSpPr>
        <p:spPr>
          <a:xfrm flipV="1">
            <a:off x="3800472" y="2400297"/>
            <a:ext cx="1578770" cy="132397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A3A564A-B6B7-8FEA-4A9F-7525908611DB}"/>
              </a:ext>
            </a:extLst>
          </p:cNvPr>
          <p:cNvSpPr txBox="1"/>
          <p:nvPr/>
        </p:nvSpPr>
        <p:spPr>
          <a:xfrm>
            <a:off x="4132657" y="328612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更新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4556771-7E89-8185-B4F5-C3B403F4B7BE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965025" y="2400297"/>
            <a:ext cx="35727" cy="215265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EF8E9DB-9894-65CF-5189-0723593B74E8}"/>
              </a:ext>
            </a:extLst>
          </p:cNvPr>
          <p:cNvSpPr txBox="1"/>
          <p:nvPr/>
        </p:nvSpPr>
        <p:spPr>
          <a:xfrm>
            <a:off x="5984083" y="3286122"/>
            <a:ext cx="1190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状態読出</a:t>
            </a:r>
            <a:endParaRPr kumimoji="1" lang="ja-JP" altLang="en-US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180D9101-6ADC-D0DB-29B4-D2A96577ABC8}"/>
              </a:ext>
            </a:extLst>
          </p:cNvPr>
          <p:cNvCxnSpPr>
            <a:cxnSpLocks/>
          </p:cNvCxnSpPr>
          <p:nvPr/>
        </p:nvCxnSpPr>
        <p:spPr>
          <a:xfrm>
            <a:off x="3800472" y="923924"/>
            <a:ext cx="3614742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71F5DE9-E518-DDB9-0741-0B27061F6B8D}"/>
              </a:ext>
            </a:extLst>
          </p:cNvPr>
          <p:cNvSpPr txBox="1"/>
          <p:nvPr/>
        </p:nvSpPr>
        <p:spPr>
          <a:xfrm>
            <a:off x="4860136" y="546134"/>
            <a:ext cx="149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読出・保持</a:t>
            </a:r>
            <a:endParaRPr kumimoji="1" lang="ja-JP" altLang="en-US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1512A0BB-F4FF-AD3D-3DC7-FA6B00BB40BF}"/>
              </a:ext>
            </a:extLst>
          </p:cNvPr>
          <p:cNvCxnSpPr>
            <a:cxnSpLocks/>
          </p:cNvCxnSpPr>
          <p:nvPr/>
        </p:nvCxnSpPr>
        <p:spPr>
          <a:xfrm flipH="1" flipV="1">
            <a:off x="5593548" y="2390535"/>
            <a:ext cx="35727" cy="216241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0400B98-13EA-2176-944E-C3D910B1E6BD}"/>
              </a:ext>
            </a:extLst>
          </p:cNvPr>
          <p:cNvSpPr txBox="1"/>
          <p:nvPr/>
        </p:nvSpPr>
        <p:spPr>
          <a:xfrm>
            <a:off x="4839888" y="29949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更新</a:t>
            </a: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00564F58-CC2F-A364-92B0-0E8160FA508D}"/>
              </a:ext>
            </a:extLst>
          </p:cNvPr>
          <p:cNvCxnSpPr>
            <a:cxnSpLocks/>
          </p:cNvCxnSpPr>
          <p:nvPr/>
        </p:nvCxnSpPr>
        <p:spPr>
          <a:xfrm flipH="1" flipV="1">
            <a:off x="3788558" y="2181227"/>
            <a:ext cx="804867" cy="23717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E48EEFC3-D923-2066-8460-FDC23043CC27}"/>
              </a:ext>
            </a:extLst>
          </p:cNvPr>
          <p:cNvSpPr txBox="1"/>
          <p:nvPr/>
        </p:nvSpPr>
        <p:spPr>
          <a:xfrm>
            <a:off x="2986089" y="24696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呼出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6748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15283</TotalTime>
  <Words>184</Words>
  <Application>Microsoft Office PowerPoint</Application>
  <PresentationFormat>ワイド画面</PresentationFormat>
  <Paragraphs>47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可憐 世良</dc:creator>
  <cp:lastModifiedBy>可憐 世良</cp:lastModifiedBy>
  <cp:revision>19</cp:revision>
  <dcterms:created xsi:type="dcterms:W3CDTF">2026-06-11T16:20:32Z</dcterms:created>
  <dcterms:modified xsi:type="dcterms:W3CDTF">2026-09-13T13:44:29Z</dcterms:modified>
</cp:coreProperties>
</file>